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ff07d07b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ff07d07b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ff07d07b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ff07d07b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f07d07b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ff07d07b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ff07d07b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ff07d07b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ff07d07b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ff07d07b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ff07d07b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ff07d07b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ff07d07b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ff07d07b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ff07d07b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ff07d07b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ff07d07b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ff07d07b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ff07d07b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ff07d07b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ff07d07b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ff07d07b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ff07d07b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ff07d07b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 1</a:t>
            </a:r>
            <a:endParaRPr sz="31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11"/>
              <a:t>Convex Hull</a:t>
            </a:r>
            <a:endParaRPr sz="31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67"/>
              <a:t>Força Bruta</a:t>
            </a:r>
            <a:endParaRPr sz="2667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Caio Felipe de Moura Peixoto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Manipulação de Dados 3D: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Ler e organizar nuvens de pontos a partir de arquivos </a:t>
            </a: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.obj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Processamento Geométrico: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Implementar o cálculo do Convex Hull com força bruta para pontos no espaço tridimensional.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Visualização Científica: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Renderizar em tempo real vértices, arestas e faces com iluminação dinâmica.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Exportação: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Salvar os resultados processados de volta para o formato .obj.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do Projeto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Tecnologias Utilizadas: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Linguagem: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C++ moderno.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Gráficos: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OpenGL (Moderno com FBO) + GLEW + GLFW.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Interface (GUI):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Dear ImGui (com suporte a Viewports e janelas flutuantes).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Geometria: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Biblioteca CGAL (para comparação).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Renderização Offscreen: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Uso de Framebuffer Objects (FBO) para renderizar a cena 3D dentro de uma janela ImGui.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Algoritmo de Fecho Convexo (Força Bruta)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Conceito: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Uma face (triângulo) pertence ao fecho convexo se todos os outros pontos da nuvem estiverem do mesmo lado do plano definido por essa face.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Lógica Implementada: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Itera sobre todas as combinações de 3 pontos ($C(n, 3)$).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Calcula o vetor normal da face usando o Produto Vetorial.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Verifica o Produto Escalar (Dot Product) de cada ponto restante em relação à normal.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Complexidade: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$O(n^4)$.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Vantagem: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Simplicidade de implementação e robustez para pequenos conjuntos.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Desafios Técnicos Superados 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Parsing de OBJ: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Implementação de um leitor robusto que diferencia objetos (</a:t>
            </a: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) e grupos (</a:t>
            </a: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), capturando coordenadas espaciais.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Renderizaão em 3D usando OpenGL: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Implementação da renderização dos pontos, linhas e faces usando OpenGL em uma canvas do ImGui.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Navegação de Arquivos: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Integração de uma interface de sistema de arquivos multiplataforma dentro do loop de renderização.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Implementação do algoritmo do Convex Hull com força bruta</a:t>
            </a: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Implementação do algoritmo, tendo encontrado vários erros no caminho.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Principio do algoritmo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339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SzPts val="1224"/>
              <a:buFont typeface="Arial"/>
              <a:buChar char="●"/>
            </a:pPr>
            <a:r>
              <a:rPr b="1" lang="pt-BR" sz="1224">
                <a:latin typeface="Arial"/>
                <a:ea typeface="Arial"/>
                <a:cs typeface="Arial"/>
                <a:sym typeface="Arial"/>
              </a:rPr>
              <a:t>Primitivo 3D:</a:t>
            </a:r>
            <a:r>
              <a:rPr lang="pt-BR" sz="1224">
                <a:latin typeface="Arial"/>
                <a:ea typeface="Arial"/>
                <a:cs typeface="Arial"/>
                <a:sym typeface="Arial"/>
              </a:rPr>
              <a:t> Em 3D, as faces do fecho são triângulos formados por triplas de pontos do conjunto original.</a:t>
            </a:r>
            <a:endParaRPr sz="1224">
              <a:latin typeface="Arial"/>
              <a:ea typeface="Arial"/>
              <a:cs typeface="Arial"/>
              <a:sym typeface="Arial"/>
            </a:endParaRPr>
          </a:p>
          <a:p>
            <a:pPr indent="-306339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224"/>
              <a:buFont typeface="Arial"/>
              <a:buChar char="●"/>
            </a:pPr>
            <a:r>
              <a:rPr b="1" lang="pt-BR" sz="1224">
                <a:latin typeface="Arial"/>
                <a:ea typeface="Arial"/>
                <a:cs typeface="Arial"/>
                <a:sym typeface="Arial"/>
              </a:rPr>
              <a:t>Critério de Validade:</a:t>
            </a:r>
            <a:r>
              <a:rPr lang="pt-BR" sz="1224">
                <a:latin typeface="Arial"/>
                <a:ea typeface="Arial"/>
                <a:cs typeface="Arial"/>
                <a:sym typeface="Arial"/>
              </a:rPr>
              <a:t> Uma face pertence ao fecho se e somente se todos os outros pontos da nuvem residem no mesmo semi-espaço definido por ela.</a:t>
            </a:r>
            <a:endParaRPr sz="1224">
              <a:latin typeface="Arial"/>
              <a:ea typeface="Arial"/>
              <a:cs typeface="Arial"/>
              <a:sym typeface="Arial"/>
            </a:endParaRPr>
          </a:p>
          <a:p>
            <a:pPr indent="-306339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224"/>
              <a:buFont typeface="Arial"/>
              <a:buChar char="●"/>
            </a:pPr>
            <a:r>
              <a:rPr b="1" lang="pt-BR" sz="1224">
                <a:latin typeface="Arial"/>
                <a:ea typeface="Arial"/>
                <a:cs typeface="Arial"/>
                <a:sym typeface="Arial"/>
              </a:rPr>
              <a:t>Teste Exaustivo:</a:t>
            </a:r>
            <a:r>
              <a:rPr lang="pt-BR" sz="1224">
                <a:latin typeface="Arial"/>
                <a:ea typeface="Arial"/>
                <a:cs typeface="Arial"/>
                <a:sym typeface="Arial"/>
              </a:rPr>
              <a:t> Testamos todas as combinações possíveis de 3 pontos para encontrar as faces externas.</a:t>
            </a:r>
            <a:endParaRPr sz="122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do Algoritmo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 produto escalar para checar todos os outros lados do poliedro es’ta do mesmo lado. Se sim, este é um lado do fecho.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Caso o resultado seja zero, é considerado coplanar e tratado como superfície do mesmo plano.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tão lento?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pt-BR" sz="1200">
                <a:latin typeface="Arial"/>
                <a:ea typeface="Arial"/>
                <a:cs typeface="Arial"/>
                <a:sym typeface="Arial"/>
              </a:rPr>
              <a:t>Seleção:</a:t>
            </a:r>
            <a:r>
              <a:rPr lang="pt-BR" sz="1200">
                <a:latin typeface="Arial"/>
                <a:ea typeface="Arial"/>
                <a:cs typeface="Arial"/>
                <a:sym typeface="Arial"/>
              </a:rPr>
              <a:t> Existem </a:t>
            </a:r>
            <a:r>
              <a:rPr lang="pt-BR" sz="1200">
                <a:latin typeface="Arial"/>
                <a:ea typeface="Arial"/>
                <a:cs typeface="Arial"/>
                <a:sym typeface="Arial"/>
              </a:rPr>
              <a:t>n|3</a:t>
            </a:r>
            <a:r>
              <a:rPr lang="pt-BR" sz="1200">
                <a:latin typeface="Arial"/>
                <a:ea typeface="Arial"/>
                <a:cs typeface="Arial"/>
                <a:sym typeface="Arial"/>
              </a:rPr>
              <a:t> combinações de triplas, aproximadamente n^3.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pt-BR" sz="1200">
                <a:latin typeface="Arial"/>
                <a:ea typeface="Arial"/>
                <a:cs typeface="Arial"/>
                <a:sym typeface="Arial"/>
              </a:rPr>
              <a:t>Teste:</a:t>
            </a:r>
            <a:r>
              <a:rPr lang="pt-BR" sz="1200">
                <a:latin typeface="Arial"/>
                <a:ea typeface="Arial"/>
                <a:cs typeface="Arial"/>
                <a:sym typeface="Arial"/>
              </a:rPr>
              <a:t> Para cada tripla, verificamos os n pontos restantes.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pt-BR" sz="1200">
                <a:latin typeface="Arial"/>
                <a:ea typeface="Arial"/>
                <a:cs typeface="Arial"/>
                <a:sym typeface="Arial"/>
              </a:rPr>
              <a:t>Resultado:</a:t>
            </a:r>
            <a:r>
              <a:rPr lang="pt-BR" sz="1200">
                <a:latin typeface="Arial"/>
                <a:ea typeface="Arial"/>
                <a:cs typeface="Arial"/>
                <a:sym typeface="Arial"/>
              </a:rPr>
              <a:t> n3×n=n4.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na implementação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na checagem de estar no mesmo lado:</a:t>
            </a:r>
            <a:br>
              <a:rPr lang="pt-BR"/>
            </a:br>
            <a:br>
              <a:rPr lang="pt-BR"/>
            </a:b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c)) {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to_point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points[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points[a];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dist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normal.</a:t>
            </a:r>
            <a:r>
              <a:rPr lang="pt-BR" sz="10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dot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(to_point);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 sz="10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fabs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(dist)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1e-9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ref_sign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(dist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i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points.</a:t>
            </a:r>
            <a:r>
              <a:rPr lang="pt-BR" sz="10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 i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(i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c)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to_point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points[i]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points[a];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dist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normal.</a:t>
            </a:r>
            <a:r>
              <a:rPr lang="pt-BR" sz="10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dot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(to_point);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 sz="10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fabs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(dist)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1e-9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pt-BR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sign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(dist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(sign </a:t>
            </a:r>
            <a:r>
              <a:rPr lang="pt-BR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ref_sign) </a:t>
            </a:r>
            <a:r>
              <a:rPr lang="pt-BR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na implementação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nas normais:</a:t>
            </a:r>
            <a:br>
              <a:rPr lang="pt-BR"/>
            </a:br>
            <a:br>
              <a:rPr lang="pt-BR"/>
            </a:b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sameSide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vector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Point3D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&gt;&amp;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points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c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ignore_idx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E3EA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 . .</a:t>
            </a:r>
            <a:endParaRPr sz="1000">
              <a:solidFill>
                <a:srgbClr val="E3EA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k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j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k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k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sameSide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points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i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j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k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pt-BR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faces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insert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Face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j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k</a:t>
            </a: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3EA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Erros na implementação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50" y="1062038"/>
            <a:ext cx="270510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e Conclusão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Visualização: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O sistema demonstra com clareza a "casca" gerada sobre a nuvem de pontos.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Protabilidade: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Estrutura modular permitindo o uso de diferentes algoritmos de geometria.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Próximos Passos: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 Implementação da tetralização.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e Conclusão</a:t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825" y="1631200"/>
            <a:ext cx="2748275" cy="27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7000" y="1482088"/>
            <a:ext cx="17145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